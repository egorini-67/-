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9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5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2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1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9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8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1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2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47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536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682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50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07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95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4392" y="1920240"/>
            <a:ext cx="8595359" cy="4089862"/>
          </a:xfrm>
        </p:spPr>
        <p:txBody>
          <a:bodyPr>
            <a:noAutofit/>
          </a:bodyPr>
          <a:lstStyle/>
          <a:p>
            <a:r>
              <a:rPr lang="ru-RU" sz="48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(программа для </a:t>
            </a:r>
            <a:br>
              <a:rPr lang="ru-RU" sz="48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4800" b="1" i="1" dirty="0" err="1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блюра</a:t>
            </a:r>
            <a:r>
              <a:rPr lang="ru-RU" sz="48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фотографий)</a:t>
            </a:r>
            <a: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sz="9600" b="1" i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3790604" y="914401"/>
            <a:ext cx="4214552" cy="3017519"/>
          </a:xfrm>
        </p:spPr>
        <p:txBody>
          <a:bodyPr/>
          <a:lstStyle/>
          <a:p>
            <a:r>
              <a:rPr lang="en-US" sz="96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9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</a:t>
            </a:r>
            <a:r>
              <a:rPr lang="en-US" sz="96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urPy</a:t>
            </a:r>
            <a:endParaRPr lang="en-US" sz="96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ru-RU" sz="96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408218" y="4339244"/>
            <a:ext cx="4979324" cy="1745672"/>
          </a:xfrm>
          <a:noFill/>
        </p:spPr>
        <p:txBody>
          <a:bodyPr>
            <a:noAutofit/>
          </a:bodyPr>
          <a:lstStyle/>
          <a:p>
            <a:r>
              <a:rPr lang="ru-RU" sz="32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Миронов Егор Вадимович</a:t>
            </a:r>
          </a:p>
        </p:txBody>
      </p:sp>
    </p:spTree>
    <p:extLst>
      <p:ext uri="{BB962C8B-B14F-4D97-AF65-F5344CB8AC3E}">
        <p14:creationId xmlns:p14="http://schemas.microsoft.com/office/powerpoint/2010/main" val="46969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822" y="224444"/>
            <a:ext cx="11238807" cy="5968538"/>
          </a:xfrm>
          <a:noFill/>
        </p:spPr>
        <p:txBody>
          <a:bodyPr>
            <a:noAutofit/>
          </a:bodyPr>
          <a:lstStyle/>
          <a:p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Я 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собираюсь создать программу на языке программирования </a:t>
            </a:r>
            <a: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Python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цель которого</a:t>
            </a:r>
            <a: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b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en-US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</a:t>
            </a: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Загружать изображение;</a:t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Выделять область для размытия</a:t>
            </a:r>
            <a:r>
              <a:rPr lang="en-US" b="1" dirty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;</a:t>
            </a: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Применять эффект размытия</a:t>
            </a:r>
            <a:r>
              <a:rPr lang="en-US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;</a:t>
            </a:r>
            <a:br>
              <a:rPr lang="en-US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Сохранять обработанное изображение</a:t>
            </a:r>
            <a:r>
              <a:rPr lang="en-US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;</a:t>
            </a: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40822" y="2078181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40822" y="3175462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40822" y="4281055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340822" y="5386648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65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9629" y="239327"/>
            <a:ext cx="8429106" cy="1373342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rgbClr val="FFC000"/>
                </a:solidFill>
              </a:rPr>
              <a:t>Какую проблему решает проект?</a:t>
            </a:r>
            <a:endParaRPr lang="ru-RU" sz="6000" dirty="0">
              <a:ln>
                <a:solidFill>
                  <a:srgbClr val="0070C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>
          <a:xfrm>
            <a:off x="1342258" y="1911927"/>
            <a:ext cx="9223218" cy="494607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Защита конфиденциальности: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размытие лиц, номерных знаков, адресов, логотипов и другой личной или чувствительной информации на фото.</a:t>
            </a:r>
          </a:p>
          <a:p>
            <a:endParaRPr lang="ru-RU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Творческая</a:t>
            </a:r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обработка: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создание художественных эффектов, выделение </a:t>
            </a:r>
            <a:r>
              <a:rPr lang="ru-RU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главного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объекта на фото за счёт размытого фона или отдельных деталей.</a:t>
            </a:r>
          </a:p>
          <a:p>
            <a:endParaRPr lang="ru-RU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Подготовка</a:t>
            </a:r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контента: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быстрая маскировка ненужных элементов перед </a:t>
            </a:r>
            <a:r>
              <a:rPr lang="ru-RU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публикацией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фото в </a:t>
            </a:r>
            <a:r>
              <a:rPr lang="ru-RU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соцсетях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или на веб‑сайтах.</a:t>
            </a:r>
          </a:p>
          <a:p>
            <a:endParaRPr lang="ru-RU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Простота использования: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не требует установки тяжёлых редакторов </a:t>
            </a:r>
            <a:r>
              <a:rPr lang="ru-RU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вроде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</a:t>
            </a:r>
            <a:r>
              <a:rPr lang="ru-RU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Photoshop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 имеет интуитивно понятный интерфейс.</a:t>
            </a:r>
          </a:p>
          <a:p>
            <a:endParaRPr lang="ru-RU" dirty="0"/>
          </a:p>
        </p:txBody>
      </p:sp>
      <p:sp>
        <p:nvSpPr>
          <p:cNvPr id="7" name="Фигура, имеющая форму буквы L 6"/>
          <p:cNvSpPr/>
          <p:nvPr/>
        </p:nvSpPr>
        <p:spPr>
          <a:xfrm rot="18973133">
            <a:off x="882114" y="2152690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Фигура, имеющая форму буквы L 10"/>
          <p:cNvSpPr/>
          <p:nvPr/>
        </p:nvSpPr>
        <p:spPr>
          <a:xfrm rot="18973133">
            <a:off x="882115" y="3330402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Фигура, имеющая форму буквы L 11"/>
          <p:cNvSpPr/>
          <p:nvPr/>
        </p:nvSpPr>
        <p:spPr>
          <a:xfrm rot="18973133">
            <a:off x="882114" y="5810955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Фигура, имеющая форму буквы L 7"/>
          <p:cNvSpPr/>
          <p:nvPr/>
        </p:nvSpPr>
        <p:spPr>
          <a:xfrm rot="18973133">
            <a:off x="882113" y="4508113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33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018" y="0"/>
            <a:ext cx="9430941" cy="1288473"/>
          </a:xfrm>
        </p:spPr>
        <p:txBody>
          <a:bodyPr>
            <a:normAutofit/>
          </a:bodyPr>
          <a:lstStyle/>
          <a:p>
            <a:r>
              <a:rPr lang="ru-RU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Другая информация о проекте</a:t>
            </a:r>
            <a:r>
              <a:rPr lang="en-US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endParaRPr lang="ru-RU" sz="48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8404" y="1521229"/>
            <a:ext cx="10869043" cy="4671754"/>
          </a:xfrm>
        </p:spPr>
        <p:txBody>
          <a:bodyPr>
            <a:normAutofit/>
          </a:bodyPr>
          <a:lstStyle/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Актуальность: Программа будет актуальна всегда в независимости от сезона.</a:t>
            </a:r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Целевая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аудитория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пользователи которые заботятся о приватности,</a:t>
            </a:r>
          </a:p>
          <a:p>
            <a:r>
              <a:rPr lang="ru-RU" sz="2400" dirty="0" err="1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блогеры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ru-RU" sz="2400" dirty="0" err="1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фрилансеры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Аналоги</a:t>
            </a:r>
            <a:r>
              <a:rPr lang="en-US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Adobe Photoshop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GIMP(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мощные, но сложные и тяжелые).</a:t>
            </a:r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Фигура, имеющая форму буквы L 4"/>
          <p:cNvSpPr/>
          <p:nvPr/>
        </p:nvSpPr>
        <p:spPr>
          <a:xfrm rot="18973133">
            <a:off x="548929" y="2243525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Фигура, имеющая форму буквы L 5"/>
          <p:cNvSpPr/>
          <p:nvPr/>
        </p:nvSpPr>
        <p:spPr>
          <a:xfrm rot="18973133">
            <a:off x="548927" y="3779121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Фигура, имеющая форму буквы L 7"/>
          <p:cNvSpPr/>
          <p:nvPr/>
        </p:nvSpPr>
        <p:spPr>
          <a:xfrm rot="18973133">
            <a:off x="548931" y="5408933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70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4690" y="432261"/>
            <a:ext cx="12136582" cy="6425739"/>
          </a:xfrm>
        </p:spPr>
        <p:txBody>
          <a:bodyPr>
            <a:noAutofit/>
          </a:bodyPr>
          <a:lstStyle/>
          <a:p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Так же в программе будет платная подписка, с помощью которой будут добавляться новые инструменты для </a:t>
            </a:r>
            <a:r>
              <a:rPr lang="ru-RU" sz="4400" b="1" dirty="0" err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блюра</a:t>
            </a: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фотографий.</a:t>
            </a:r>
            <a:b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Рекламировать свой проект я буду в </a:t>
            </a:r>
            <a:r>
              <a:rPr lang="en-US" sz="4400" b="1" dirty="0" err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TikTok</a:t>
            </a: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  <a:endParaRPr lang="ru-RU" sz="44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015" y="507078"/>
            <a:ext cx="8596668" cy="2510444"/>
          </a:xfrm>
        </p:spPr>
        <p:txBody>
          <a:bodyPr>
            <a:noAutofit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Экономика проекта</a:t>
            </a:r>
            <a: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b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</a:br>
            <a:r>
              <a:rPr lang="en-US" sz="6000" dirty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/>
            </a:r>
            <a:br>
              <a:rPr lang="en-US" sz="6000" dirty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</a:br>
            <a:endParaRPr lang="ru-RU" sz="60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7075" y="1928552"/>
            <a:ext cx="9659389" cy="4929447"/>
          </a:xfrm>
        </p:spPr>
        <p:txBody>
          <a:bodyPr>
            <a:normAutofit fontScale="85000" lnSpcReduction="20000"/>
          </a:bodyPr>
          <a:lstStyle/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Выручка (при </a:t>
            </a:r>
            <a:r>
              <a:rPr lang="ru-RU" sz="5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покупке 10  подписок за месяц)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~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1000р</a:t>
            </a:r>
          </a:p>
          <a:p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Расход(в первое время)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 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0р</a:t>
            </a:r>
          </a:p>
          <a:p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Прибыль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~</a:t>
            </a:r>
            <a:r>
              <a:rPr lang="ru-RU" sz="5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1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000р</a:t>
            </a:r>
            <a:endParaRPr lang="en-US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   </a:t>
            </a:r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08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48887" y="389929"/>
            <a:ext cx="8916556" cy="757227"/>
          </a:xfrm>
        </p:spPr>
        <p:txBody>
          <a:bodyPr/>
          <a:lstStyle/>
          <a:p>
            <a:r>
              <a:rPr lang="ru-RU" dirty="0" smtClean="0"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a:rPr>
              <a:t>Планировка создания проекта</a:t>
            </a:r>
            <a:r>
              <a:rPr lang="en-US" dirty="0" smtClean="0"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a:rPr>
              <a:t>:</a:t>
            </a:r>
            <a:endParaRPr lang="ru-RU" dirty="0"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182880" y="1936865"/>
            <a:ext cx="11829011" cy="4638501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2026</a:t>
            </a:r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г</a:t>
            </a:r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2027-28 г          2029 г               2030-31 г</a:t>
            </a:r>
            <a:endParaRPr lang="en-US" sz="32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Начало       Создание          Доработка         Публикация </a:t>
            </a:r>
          </a:p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           платной            проекта,            проекта</a:t>
            </a:r>
          </a:p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           подписки          создание </a:t>
            </a:r>
          </a:p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                                   рекламы               </a:t>
            </a:r>
            <a:endParaRPr lang="ru-RU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84041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329</TotalTime>
  <Words>137</Words>
  <Application>Microsoft Office PowerPoint</Application>
  <PresentationFormat>Широкоэкранный</PresentationFormat>
  <Paragraphs>35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(программа для  блюра  фотографий) </vt:lpstr>
      <vt:lpstr>Я собираюсь создать программу на языке программирования Python цель которого:      Загружать изображение;      Выделять область для размытия;      Применять эффект размытия;      Сохранять обработанное изображение;      </vt:lpstr>
      <vt:lpstr>Какую проблему решает проект?</vt:lpstr>
      <vt:lpstr>Другая информация о проекте:</vt:lpstr>
      <vt:lpstr>Так же в программе будет платная подписка, с помощью которой будут добавляться новые инструменты для блюра фотографий.   Рекламировать свой проект я буду в TikTok.</vt:lpstr>
      <vt:lpstr>Экономика проекта:  </vt:lpstr>
      <vt:lpstr>Планировка создания проекта: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ScreenZen</dc:title>
  <dc:creator>Артем</dc:creator>
  <cp:lastModifiedBy>Артем</cp:lastModifiedBy>
  <cp:revision>36</cp:revision>
  <dcterms:created xsi:type="dcterms:W3CDTF">2026-03-15T14:16:56Z</dcterms:created>
  <dcterms:modified xsi:type="dcterms:W3CDTF">2026-04-30T06:27:58Z</dcterms:modified>
</cp:coreProperties>
</file>